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19"/>
    <p:restoredTop sz="94689"/>
  </p:normalViewPr>
  <p:slideViewPr>
    <p:cSldViewPr snapToGrid="0">
      <p:cViewPr varScale="1">
        <p:scale>
          <a:sx n="128" d="100"/>
          <a:sy n="128" d="100"/>
        </p:scale>
        <p:origin x="184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24FED-4B3E-6F77-6F18-E1DDA869A8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9106AC-177D-3A51-B2B3-D46EB31FDB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CD4E6-9765-8F1A-A1CA-42363785F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157D9-251C-1D4A-8C99-DD8FC55EBDA3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64306-82A9-8A9A-42CF-EEEAE171C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0A716-6EDB-E7A9-481C-7C252F302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71084-E448-8449-BE36-0F71A64C8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95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F9938-281F-093E-0BE8-0B0079D5D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97616-A688-3798-3ED6-92121F424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04282-8B80-2489-CC89-1CFD20DE9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157D9-251C-1D4A-8C99-DD8FC55EBDA3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5AB8A-0186-B3D3-8C42-28340EC07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62E01-802F-33EE-62A6-51C66EBCD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71084-E448-8449-BE36-0F71A64C8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511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3F63A-B57F-4C9C-D0FD-28A717219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3F97A5-81D0-4129-EC9D-FBB2294C1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083CE-7A89-764E-258F-1C3C153AF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157D9-251C-1D4A-8C99-DD8FC55EBDA3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E0483-D6F8-DDEA-CA1A-F25549CC7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9C9D2-8DBB-0117-7A0B-85228FC0E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71084-E448-8449-BE36-0F71A64C8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740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3D849-E2C9-50A2-60ED-EDD180661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6037C-6278-1413-1C1E-4D8DEC6FA4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2D91F7-C28A-82D0-1988-6ABAD6A9E7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C74C0-A26D-E44A-CF57-878FBAA8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157D9-251C-1D4A-8C99-DD8FC55EBDA3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02E8B7-25A8-B19D-99AF-8786E0073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ABF3A5-E9C6-919B-E835-D7659A2C7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71084-E448-8449-BE36-0F71A64C8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904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7B5E0-9D5B-9E8D-83F9-C444377D4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65BD0-68F7-E9C9-47D0-0BFB185E9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8A98B4-7211-5F3D-A9F4-0443F1A738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C52A4A-06BF-E893-209B-7FE89114D7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50B5E7-8DC7-F18A-8DEA-42D2DA8FC3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859C55-5A28-CB14-4FB5-2F6D3D367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157D9-251C-1D4A-8C99-DD8FC55EBDA3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CED128-E955-DF6E-D52C-9855835C8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CAA36B-3A23-853F-0A24-21EC1F45A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71084-E448-8449-BE36-0F71A64C8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562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0F798-6973-2679-B837-F67B7A1FE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D69248-855A-1E63-C280-C0E1FB3D9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157D9-251C-1D4A-8C99-DD8FC55EBDA3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4AC020-F660-4966-7EE0-B4EF16B98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0DDA02-AC0D-D1DA-3168-5AAB52298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71084-E448-8449-BE36-0F71A64C8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815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5ED46B-A5A0-7312-1484-87E823E08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157D9-251C-1D4A-8C99-DD8FC55EBDA3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DB7E37-B6B9-20EF-DD88-DB90BF39E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3B3CD8-3778-CD33-DB58-2C84C6322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71084-E448-8449-BE36-0F71A64C8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108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2298D-A26F-DAF6-AB0A-0282BDBDC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B53C3-C313-230D-1671-8A661713C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682FAF-1F74-ABA1-4337-C480A774F8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98DF4-3303-9B84-20EF-BD6D29B75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157D9-251C-1D4A-8C99-DD8FC55EBDA3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9E7D44-D10A-5734-C0F9-2E893FD1A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21D8AF-420F-C6A4-C1A2-C424B2769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71084-E448-8449-BE36-0F71A64C8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092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AE8D-0F16-9661-E1F9-DF8F9782A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D5AB29-4715-E35D-A778-F7BC23B677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173D4E-758E-C2E4-8B0B-323812494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86E81-62BA-8477-790F-B5F1383C6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157D9-251C-1D4A-8C99-DD8FC55EBDA3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5F2C6-1047-2350-9D59-4B64980E7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48A58A-1CB9-C9B3-8DC7-63E155D1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71084-E448-8449-BE36-0F71A64C8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895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5B56F-3C9D-D126-CC9E-82B1CD510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7837EC-7578-357C-16BC-C58B813B3D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DBD24-37B3-E55D-82C8-06858B26F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157D9-251C-1D4A-8C99-DD8FC55EBDA3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C2906-0806-66F7-AC11-5D6FDC309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9A5A7-DDC3-6384-BFFB-6708BC724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71084-E448-8449-BE36-0F71A64C8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776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162698-011B-4054-9BD1-04966A7103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76CF0F-C92B-140C-839C-40B0A9430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66A94-1C42-DC5F-4515-00E71063E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157D9-251C-1D4A-8C99-DD8FC55EBDA3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2EC0D-41EC-CE44-7F9B-8D51833B8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5E8B0-FEDD-606B-5D0E-CA0639A87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71084-E448-8449-BE36-0F71A64C8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740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C9C10B-D6A0-0EE9-2B3A-558721465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0C16D7-5B50-A8B9-61B1-7FA885B3C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92A51-508B-1F15-FF5D-2EB8E9F054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9157D9-251C-1D4A-8C99-DD8FC55EBDA3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57FE6-6460-B27C-07FA-0693FE03A5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128F9-D56D-570E-D2A4-717922B055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671084-E448-8449-BE36-0F71A64C8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185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E149A4-7CAC-E6F7-DEB4-7F6DB4F06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74" y="772297"/>
            <a:ext cx="6671880" cy="48747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FF4975-ECF7-4D41-0F02-36E422EDADA7}"/>
              </a:ext>
            </a:extLst>
          </p:cNvPr>
          <p:cNvSpPr txBox="1"/>
          <p:nvPr/>
        </p:nvSpPr>
        <p:spPr>
          <a:xfrm>
            <a:off x="292134" y="700491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F77BF2-4785-A1E6-0D61-EFEA939EAC61}"/>
              </a:ext>
            </a:extLst>
          </p:cNvPr>
          <p:cNvSpPr txBox="1"/>
          <p:nvPr/>
        </p:nvSpPr>
        <p:spPr>
          <a:xfrm>
            <a:off x="6426927" y="70643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4F0CCF-1E29-865D-3568-35CBBAD3C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700491"/>
            <a:ext cx="54864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061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56B3314B-6996-FA24-36E5-C07BC52A1A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4052" y="79512"/>
            <a:ext cx="6741908" cy="6741908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294605-EEB5-983D-9E15-248C683A0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6704" y="79512"/>
            <a:ext cx="5499653" cy="65995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BAE7ACF-C1A9-7053-7A4E-E619516CFB98}"/>
              </a:ext>
            </a:extLst>
          </p:cNvPr>
          <p:cNvSpPr txBox="1"/>
          <p:nvPr/>
        </p:nvSpPr>
        <p:spPr>
          <a:xfrm>
            <a:off x="75338" y="10942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BE2788-90DA-2333-092C-3C43A5986DDB}"/>
              </a:ext>
            </a:extLst>
          </p:cNvPr>
          <p:cNvSpPr txBox="1"/>
          <p:nvPr/>
        </p:nvSpPr>
        <p:spPr>
          <a:xfrm>
            <a:off x="7193477" y="36580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93435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655</TotalTime>
  <Words>4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Gibran Hemani</dc:creator>
  <cp:lastModifiedBy>Gibran Hemani</cp:lastModifiedBy>
  <cp:revision>5</cp:revision>
  <dcterms:created xsi:type="dcterms:W3CDTF">2025-12-05T22:11:09Z</dcterms:created>
  <dcterms:modified xsi:type="dcterms:W3CDTF">2025-12-22T21:58:45Z</dcterms:modified>
</cp:coreProperties>
</file>